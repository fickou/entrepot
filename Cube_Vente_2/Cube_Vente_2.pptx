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E78A-6BFD-41F7-9EDD-FF7361788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BCB6B-BFA2-4BF5-9B14-100FD2975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S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49DC6-70FF-45B6-91C7-3C75BDA4A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27AE-9F69-4299-9081-A2E06DE0D8DE}" type="datetimeFigureOut">
              <a:rPr lang="fr-SN" smtClean="0"/>
              <a:t>09/08/2025</a:t>
            </a:fld>
            <a:endParaRPr lang="fr-S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CAC1E-8958-4201-91B8-42F4D5A6B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550B7-8CB2-4BBB-9F04-D241A4BC5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DAE-8EED-4CAB-A55A-CE7D49E8A5DB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59853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89754-3363-4346-B986-9091C4AAD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4922-27E7-4982-BB3E-0BC051F79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E60C7-35DB-4EB1-8E1B-DA8C48081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27AE-9F69-4299-9081-A2E06DE0D8DE}" type="datetimeFigureOut">
              <a:rPr lang="fr-SN" smtClean="0"/>
              <a:t>09/08/2025</a:t>
            </a:fld>
            <a:endParaRPr lang="fr-S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D1B0D-D4D9-4232-8797-AD0D07FC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A1DED-D614-4CE9-A18F-BD8AEC73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DAE-8EED-4CAB-A55A-CE7D49E8A5DB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65734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CDE6-0B26-4353-85BC-4444642C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D50CB-3071-4801-8375-DAA358065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56297-BC81-4725-B3D9-0D1545FF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27AE-9F69-4299-9081-A2E06DE0D8DE}" type="datetimeFigureOut">
              <a:rPr lang="fr-SN" smtClean="0"/>
              <a:t>09/08/2025</a:t>
            </a:fld>
            <a:endParaRPr lang="fr-S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34883-A72E-47A3-AA64-E846EEEA2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899C-C1A3-4CE6-9748-AE0AD4136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DAE-8EED-4CAB-A55A-CE7D49E8A5DB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878805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88B51-7429-442E-AA15-ECF11BA1F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A45CC-FB1A-4A3C-8847-C86FE7417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CDFFB-8763-4BAE-B014-76B220C9C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16377-7177-471B-AB76-8D9A8BA40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27AE-9F69-4299-9081-A2E06DE0D8DE}" type="datetimeFigureOut">
              <a:rPr lang="fr-SN" smtClean="0"/>
              <a:t>09/08/2025</a:t>
            </a:fld>
            <a:endParaRPr lang="fr-S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A0892-4E76-42AF-A77D-FE3E5BA6E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75F47-6985-4B4D-95E5-82C499DB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DAE-8EED-4CAB-A55A-CE7D49E8A5DB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94416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868ED-E73B-4416-BD95-E705AF2E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73858-E758-4CA2-863B-7A720E493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DB64A-1C82-4A0B-928E-71D8C2111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7FFB55-DB7F-4AC3-9A6E-CF6BF1B2FA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E3C274-7EBF-43DF-961B-9C695CBEA9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35F0B3-98DA-4252-A987-3F82C340F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27AE-9F69-4299-9081-A2E06DE0D8DE}" type="datetimeFigureOut">
              <a:rPr lang="fr-SN" smtClean="0"/>
              <a:t>09/08/2025</a:t>
            </a:fld>
            <a:endParaRPr lang="fr-S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288D0B-7ED8-4CC7-AC26-C3FE02A37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3ACACC-9007-4BCB-9480-B17E4A0C1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DAE-8EED-4CAB-A55A-CE7D49E8A5DB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266199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147D-8418-4D30-9C7B-2E403E54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28922A-0F86-4809-BB05-E2391A7BF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27AE-9F69-4299-9081-A2E06DE0D8DE}" type="datetimeFigureOut">
              <a:rPr lang="fr-SN" smtClean="0"/>
              <a:t>09/08/2025</a:t>
            </a:fld>
            <a:endParaRPr lang="fr-S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C0355-2250-41CE-8408-DCC20A4AA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1D09C-3C8B-4E8C-9B13-225000D79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DAE-8EED-4CAB-A55A-CE7D49E8A5DB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016848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ADB8A-7F7A-41AD-A43F-7AB683DDF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27AE-9F69-4299-9081-A2E06DE0D8DE}" type="datetimeFigureOut">
              <a:rPr lang="fr-SN" smtClean="0"/>
              <a:t>09/08/2025</a:t>
            </a:fld>
            <a:endParaRPr lang="fr-S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D6C8F2-96FC-4011-AEAD-BC21D6CB6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5E6DB-C4E7-4087-8332-A7DE9E28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DAE-8EED-4CAB-A55A-CE7D49E8A5DB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206425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777C7-4FEE-4A86-9E70-8E4FB264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0E6B9-156B-496C-BB1B-40BE02017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11E9A-837E-4E81-9435-30A14A49A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8A68A-4CD2-46EB-916E-885F364DB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27AE-9F69-4299-9081-A2E06DE0D8DE}" type="datetimeFigureOut">
              <a:rPr lang="fr-SN" smtClean="0"/>
              <a:t>09/08/2025</a:t>
            </a:fld>
            <a:endParaRPr lang="fr-S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043FA-A394-4191-94F6-FA6A79747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5B12C-438C-4E09-894D-98FB1197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DAE-8EED-4CAB-A55A-CE7D49E8A5DB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947891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91148-4986-45BF-B9EB-F2E84367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02BFF3-F25E-4A4E-81EC-F684060D6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S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4AB5A-271E-4E0B-9928-872726572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B7200-CE69-4E4B-AD26-B3B47EAF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27AE-9F69-4299-9081-A2E06DE0D8DE}" type="datetimeFigureOut">
              <a:rPr lang="fr-SN" smtClean="0"/>
              <a:t>09/08/2025</a:t>
            </a:fld>
            <a:endParaRPr lang="fr-S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A0C77-E1A3-461D-80A0-45D6DB13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79575-8A48-497B-950A-6D0D4175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DAE-8EED-4CAB-A55A-CE7D49E8A5DB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02579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4779-8F5B-4CDF-880A-53225935E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ABFA5-F085-4359-8A82-74F29FDC6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E07C9-222E-4347-A158-8106A13BA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27AE-9F69-4299-9081-A2E06DE0D8DE}" type="datetimeFigureOut">
              <a:rPr lang="fr-SN" smtClean="0"/>
              <a:t>09/08/2025</a:t>
            </a:fld>
            <a:endParaRPr lang="fr-S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B3274-849A-4EE0-9F25-3D6B9B77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DC01D-72D9-43D0-ABB6-85AC840F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DAE-8EED-4CAB-A55A-CE7D49E8A5DB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271822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69AA89-95A3-4D3C-889E-90097B0B1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CDBB-13CE-40EE-9743-89740E3EF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A631C-D125-4CF6-A9F9-74AC6A68B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27AE-9F69-4299-9081-A2E06DE0D8DE}" type="datetimeFigureOut">
              <a:rPr lang="fr-SN" smtClean="0"/>
              <a:t>09/08/2025</a:t>
            </a:fld>
            <a:endParaRPr lang="fr-S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C3D43-7996-4F75-AF14-63F42C64C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F9E91-5A2F-4FA9-9AB7-CB99E33B1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DAE-8EED-4CAB-A55A-CE7D49E8A5DB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08952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630E90-92B6-40B7-B030-C3344C210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9358E-71B9-4CA9-B06A-31FFD1C81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31C05-40A1-418D-A073-50F888AE4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027AE-9F69-4299-9081-A2E06DE0D8DE}" type="datetimeFigureOut">
              <a:rPr lang="fr-SN" smtClean="0"/>
              <a:t>09/08/2025</a:t>
            </a:fld>
            <a:endParaRPr lang="fr-S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82E63-88B3-47ED-AE34-8B4119B2B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5EA9A-4767-4015-8777-276E0DE37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2EDAE-8EED-4CAB-A55A-CE7D49E8A5DB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39260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F2EEAD-B9AC-4A24-A3AE-615C911BF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3252" y="0"/>
            <a:ext cx="12205252" cy="6858000"/>
          </a:xfrm>
        </p:spPr>
        <p:txBody>
          <a:bodyPr/>
          <a:lstStyle/>
          <a:p>
            <a:endParaRPr lang="fr-SN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 title="Microsoft Power BI">
                <a:extLst>
                  <a:ext uri="{FF2B5EF4-FFF2-40B4-BE49-F238E27FC236}">
                    <a16:creationId xmlns:a16="http://schemas.microsoft.com/office/drawing/2014/main" id="{70A9EADD-D5CE-4C79-BEDD-3D907C190C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4354442"/>
                  </p:ext>
                </p:extLst>
              </p:nvPr>
            </p:nvGraphicFramePr>
            <p:xfrm>
              <a:off x="0" y="-1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6" name="Add-in 5" title="Microsoft Power BI">
                <a:extLst>
                  <a:ext uri="{FF2B5EF4-FFF2-40B4-BE49-F238E27FC236}">
                    <a16:creationId xmlns:a16="http://schemas.microsoft.com/office/drawing/2014/main" id="{70A9EADD-D5CE-4C79-BEDD-3D907C190CB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4481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webextension1.xml><?xml version="1.0" encoding="utf-8"?>
<we:webextension xmlns:we="http://schemas.microsoft.com/office/webextensions/webextension/2010/11" id="{002E0D25-AE32-44A1-B98D-8FDD47C3F57C}">
  <we:reference id="wa200003233" version="2.0.0.3" store="en-US" storeType="OMEX"/>
  <we:alternateReferences>
    <we:reference id="wa200003233" version="2.0.0.3" store="wa200003233" storeType="OMEX"/>
  </we:alternateReferences>
  <we:properties/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DAOUDA FICKOU</dc:creator>
  <cp:lastModifiedBy>DAOUDA FICKOU</cp:lastModifiedBy>
  <cp:revision>1</cp:revision>
  <dcterms:created xsi:type="dcterms:W3CDTF">2025-08-09T04:52:35Z</dcterms:created>
  <dcterms:modified xsi:type="dcterms:W3CDTF">2025-08-09T04:53:16Z</dcterms:modified>
</cp:coreProperties>
</file>